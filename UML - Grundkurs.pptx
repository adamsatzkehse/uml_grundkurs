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3FA59EA-8D4C-44CD-8DD4-44019609D566}">
          <p14:sldIdLst>
            <p14:sldId id="256"/>
          </p14:sldIdLst>
        </p14:section>
        <p14:section name="Intro" id="{4B6D6B74-91CC-4AED-A208-19A306A4B8A5}">
          <p14:sldIdLst>
            <p14:sldId id="257"/>
            <p14:sldId id="258"/>
          </p14:sldIdLst>
        </p14:section>
        <p14:section name="Inhalt" id="{8540CFDA-F292-4DD2-9EF7-B70EE52C679D}">
          <p14:sldIdLst>
            <p14:sldId id="259"/>
            <p14:sldId id="260"/>
            <p14:sldId id="261"/>
            <p14:sldId id="262"/>
            <p14:sldId id="26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74" d="100"/>
          <a:sy n="74" d="100"/>
        </p:scale>
        <p:origin x="58" y="1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9B872-6137-BFE2-47CC-68F067AAA0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36C408-5F66-A353-DCE0-24BAB7E68D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5EB409-FCFE-5B5E-73BD-DAE9C08DE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BE145-E747-45BF-8A52-1E6010974671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8801CC-B5BF-B061-85C4-E65E807CF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CF257-8A9F-BF39-727D-B35F08592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574B1-C4CF-4141-A23A-F4BB5CDA96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680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D5CC1-A35A-BF39-17F8-0657C7D87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072FF-19CB-F483-E269-568E6500BB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2CCBDD-2715-135A-D8BC-57CE8B6A7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BE145-E747-45BF-8A52-1E6010974671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E14AC3-199C-7A87-B27E-B217B4F60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90CAD0-7238-6DC3-558C-A826DE9DE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574B1-C4CF-4141-A23A-F4BB5CDA96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890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001E6-5B17-8626-8415-E38BEA803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1C82C5-8391-E6B9-37EE-A847B7876F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3AB76A-A00A-DC3E-D6F5-154387241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BE145-E747-45BF-8A52-1E6010974671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1F2F74-C7F3-7451-B6BF-A83A2C47D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73180A-9134-115E-43E5-6A47CD69D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574B1-C4CF-4141-A23A-F4BB5CDA96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711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1B0B0-BD43-E8AE-9707-D4E2D128F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3753F-5685-AC15-6F92-4358F7E882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3ED71-F860-2139-5B7D-8732890899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02FC40-72AC-6147-E1B5-213CE485F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BE145-E747-45BF-8A52-1E6010974671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8AFC7C-DAFF-7F37-2904-044533F94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73A6C8-9D3F-7C5E-1C79-434446BEA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574B1-C4CF-4141-A23A-F4BB5CDA96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048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A6BBD-A345-C009-6926-26B73A8EB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8202B8-6324-3712-E515-81B51594A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B45B83-00CA-6F92-78EB-0C6140CA2E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E0EEA8-5231-DA0E-9315-BF162C80AE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433F69-06BC-6729-8F43-999FEDA96C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574A73-0D15-53C2-687C-01F67C9F9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BE145-E747-45BF-8A52-1E6010974671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00A362-7323-4BAD-1BB8-5515016EC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E92AD7-24FB-0403-400C-749D4BB8E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574B1-C4CF-4141-A23A-F4BB5CDA96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006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9FA2F-D25B-45D5-CA56-D064045CC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DF124E-67F6-9AB5-7F40-371201B07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BE145-E747-45BF-8A52-1E6010974671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68B1F7-1DAA-35B9-830F-DC5862A9C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F8BDEA-619A-2354-CD1A-B87B46ADF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574B1-C4CF-4141-A23A-F4BB5CDA96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620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506F1B-9DA6-F06E-03F1-20C32F8EC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BE145-E747-45BF-8A52-1E6010974671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386029-5294-C216-FF11-A2E6E936F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891740-8F89-86B7-E8AD-B9E55809E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574B1-C4CF-4141-A23A-F4BB5CDA96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816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F3636-15CA-D652-2340-B3EA191EA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D48A2-8C9D-0784-3D29-81ABBAA41F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A52E0A-A1FE-AC66-EA26-E8897DC98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589434-DB44-053A-0EAE-F660E1504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BE145-E747-45BF-8A52-1E6010974671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E81349-DD92-695B-0382-9FA59F7B5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ED2DF1-D66E-E2DC-3C0C-BDF589801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574B1-C4CF-4141-A23A-F4BB5CDA96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657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2AC6E-E30E-AF0B-74C4-E722EF1AC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27188C-089D-BBC8-1CBD-B0C8C79239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FFDD25-7C48-5CAA-03FA-2C392FDF72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30996D-1907-30E2-F804-79919AFA7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BE145-E747-45BF-8A52-1E6010974671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FC040E-5054-46B3-4415-56A747A60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BD40D9-E709-BAE7-A619-A5D263A82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574B1-C4CF-4141-A23A-F4BB5CDA96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742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70534-4DE5-556C-2696-A4A11B9E7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E1B952-292D-D8BD-786E-68DC7B09C7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1BA91B-9148-8809-748A-1AC51988C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BE145-E747-45BF-8A52-1E6010974671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9F33D6-97FD-ABEE-0CDD-35B235BC3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285C7-4555-49CB-7EE4-B649D2228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574B1-C4CF-4141-A23A-F4BB5CDA96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838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5B480D-D09A-A7FF-C813-9F47069AE3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930541-EFAD-CB08-C859-E5B7AF81C5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CC119-B0CD-F562-5100-AA989F3B8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BE145-E747-45BF-8A52-1E6010974671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84DB89-AF8F-F280-C5BE-0F3186138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4B2DEC-60D0-4AB7-D2D9-F89E10349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574B1-C4CF-4141-A23A-F4BB5CDA96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488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A13E72-2C02-D538-31A6-7373F68B0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2CDC02-EFCB-841A-6A91-4F09CF14EF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61D231-BC4B-E951-AAA0-7544091BEA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CBE145-E747-45BF-8A52-1E6010974671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AF42C1-22E8-058A-0BB1-41E6D64AC7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CCC17D-D973-3C6B-1D97-2E7126C3C3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B574B1-C4CF-4141-A23A-F4BB5CDA96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754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68D7B9-6E08-C8D1-BB80-5898D86D70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6693" y="1030406"/>
            <a:ext cx="8147713" cy="3081242"/>
          </a:xfrm>
        </p:spPr>
        <p:txBody>
          <a:bodyPr anchor="ctr">
            <a:normAutofit/>
          </a:bodyPr>
          <a:lstStyle/>
          <a:p>
            <a:r>
              <a:rPr lang="de-DE" sz="4800">
                <a:solidFill>
                  <a:srgbClr val="FFFFFF"/>
                </a:solidFill>
              </a:rPr>
              <a:t>UML - Grundkurs</a:t>
            </a:r>
            <a:endParaRPr lang="en-US" sz="48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2BC780-C4EC-02A0-7DEA-C3F6051415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9943" y="5171093"/>
            <a:ext cx="9078628" cy="860620"/>
          </a:xfrm>
        </p:spPr>
        <p:txBody>
          <a:bodyPr anchor="ctr">
            <a:normAutofit/>
          </a:bodyPr>
          <a:lstStyle/>
          <a:p>
            <a:r>
              <a:rPr lang="de-DE">
                <a:solidFill>
                  <a:srgbClr val="FFFFFF"/>
                </a:solidFill>
              </a:rPr>
              <a:t>SANDATA IT - Trainings</a:t>
            </a:r>
          </a:p>
          <a:p>
            <a:endParaRPr lang="de-DE">
              <a:solidFill>
                <a:srgbClr val="FFFFFF"/>
              </a:solidFill>
            </a:endParaRPr>
          </a:p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4855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CA617C-E1DF-0E21-1327-235386A07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de-DE" sz="5400" dirty="0"/>
              <a:t>Euer Trainer</a:t>
            </a:r>
            <a:endParaRPr lang="en-US" sz="5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14F8299-312B-8B7B-F2BF-9B54EA68A4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1709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4A9B430-DA38-D0A4-67E7-713CFD359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/>
          </a:bodyPr>
          <a:lstStyle/>
          <a:p>
            <a:r>
              <a:rPr lang="de-DE" sz="2200" dirty="0"/>
              <a:t>Adam Matias Satzke</a:t>
            </a:r>
          </a:p>
          <a:p>
            <a:r>
              <a:rPr lang="de-DE" sz="2200" dirty="0"/>
              <a:t>Elektrotechnik Ingenieur - Kommunikationstechnik</a:t>
            </a:r>
          </a:p>
          <a:p>
            <a:r>
              <a:rPr lang="de-DE" sz="2200" dirty="0"/>
              <a:t>Trainer / Coach / Berater</a:t>
            </a:r>
          </a:p>
        </p:txBody>
      </p:sp>
    </p:spTree>
    <p:extLst>
      <p:ext uri="{BB962C8B-B14F-4D97-AF65-F5344CB8AC3E}">
        <p14:creationId xmlns:p14="http://schemas.microsoft.com/office/powerpoint/2010/main" val="3585985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CBCC78-E8E7-6850-ADBA-7CC2B0E64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Quellen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55C48-CBD2-F327-014E-5976561ACA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407041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8DC14B-C00B-E4A0-0D16-61536EA9B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Kursinhalte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FE71F2-E974-FA55-27F2-B8001AAC41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 lnSpcReduction="10000"/>
          </a:bodyPr>
          <a:lstStyle/>
          <a:p>
            <a:pPr marL="0" lvl="0" indent="0">
              <a:buNone/>
            </a:pPr>
            <a:r>
              <a:rPr lang="en-US" b="1" dirty="0"/>
              <a:t>Tag 1</a:t>
            </a:r>
          </a:p>
          <a:p>
            <a:pPr marL="0" lvl="0" indent="0">
              <a:buNone/>
            </a:pPr>
            <a:r>
              <a:rPr lang="en-US" sz="1700" b="1" dirty="0"/>
              <a:t>Modul 1 – Motivation und UML - </a:t>
            </a:r>
            <a:r>
              <a:rPr lang="en-US" sz="1700" b="1" dirty="0" err="1"/>
              <a:t>Grundlagen</a:t>
            </a:r>
            <a:endParaRPr lang="en-US" sz="1700" b="1" dirty="0"/>
          </a:p>
          <a:p>
            <a:pPr lvl="0"/>
            <a:r>
              <a:rPr lang="en-US" sz="1700" dirty="0" err="1"/>
              <a:t>Warum</a:t>
            </a:r>
            <a:r>
              <a:rPr lang="en-US" sz="1700" dirty="0"/>
              <a:t> </a:t>
            </a:r>
            <a:r>
              <a:rPr lang="en-US" sz="1700" dirty="0" err="1"/>
              <a:t>modellieren</a:t>
            </a:r>
            <a:r>
              <a:rPr lang="en-US" sz="1700" dirty="0"/>
              <a:t>? </a:t>
            </a:r>
          </a:p>
          <a:p>
            <a:pPr lvl="0"/>
            <a:r>
              <a:rPr lang="en-US" sz="1700" dirty="0"/>
              <a:t>Kosten </a:t>
            </a:r>
            <a:r>
              <a:rPr lang="en-US" sz="1700" dirty="0" err="1"/>
              <a:t>schlechter</a:t>
            </a:r>
            <a:r>
              <a:rPr lang="en-US" sz="1700" dirty="0"/>
              <a:t> </a:t>
            </a:r>
            <a:r>
              <a:rPr lang="en-US" sz="1700" dirty="0" err="1"/>
              <a:t>Softwarearchitektur</a:t>
            </a:r>
            <a:r>
              <a:rPr lang="en-US" sz="1700" dirty="0"/>
              <a:t> </a:t>
            </a:r>
          </a:p>
          <a:p>
            <a:pPr lvl="0"/>
            <a:r>
              <a:rPr lang="en-US" sz="1700" dirty="0" err="1"/>
              <a:t>Abstraktion</a:t>
            </a:r>
            <a:r>
              <a:rPr lang="en-US" sz="1700" dirty="0"/>
              <a:t> </a:t>
            </a:r>
          </a:p>
          <a:p>
            <a:pPr lvl="0"/>
            <a:r>
              <a:rPr lang="en-US" sz="1700" dirty="0" err="1"/>
              <a:t>Objektorientierung</a:t>
            </a:r>
            <a:r>
              <a:rPr lang="en-US" sz="1700" dirty="0"/>
              <a:t>: </a:t>
            </a:r>
          </a:p>
          <a:p>
            <a:pPr lvl="1"/>
            <a:r>
              <a:rPr lang="en-US" sz="1700" dirty="0"/>
              <a:t>Klasse </a:t>
            </a:r>
          </a:p>
          <a:p>
            <a:pPr lvl="1"/>
            <a:r>
              <a:rPr lang="en-US" sz="1700" dirty="0" err="1"/>
              <a:t>Objekt</a:t>
            </a:r>
            <a:r>
              <a:rPr lang="en-US" sz="1700" dirty="0"/>
              <a:t> </a:t>
            </a:r>
          </a:p>
          <a:p>
            <a:pPr lvl="1"/>
            <a:r>
              <a:rPr lang="en-US" sz="1700" dirty="0" err="1"/>
              <a:t>Kapselung</a:t>
            </a:r>
            <a:r>
              <a:rPr lang="en-US" sz="1700" dirty="0"/>
              <a:t> </a:t>
            </a:r>
          </a:p>
          <a:p>
            <a:pPr lvl="1"/>
            <a:r>
              <a:rPr lang="en-US" sz="1700" dirty="0" err="1"/>
              <a:t>Vererbung</a:t>
            </a:r>
            <a:r>
              <a:rPr lang="en-US" sz="1700" dirty="0"/>
              <a:t> </a:t>
            </a:r>
          </a:p>
          <a:p>
            <a:pPr lvl="1"/>
            <a:r>
              <a:rPr lang="en-US" sz="1700" dirty="0" err="1"/>
              <a:t>Polymorphie</a:t>
            </a:r>
            <a:r>
              <a:rPr lang="en-US" sz="1700" dirty="0"/>
              <a:t> </a:t>
            </a:r>
          </a:p>
          <a:p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3905942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49485F-35D1-4B6E-DF65-E3BC1A850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718658-29FC-56CB-4A90-2BAA2DC31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Kursinhalte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0CF08E-5952-5FC2-90FC-FD7E159C07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0" lvl="0" indent="0">
              <a:buNone/>
            </a:pPr>
            <a:r>
              <a:rPr lang="en-US" sz="2000" b="1"/>
              <a:t>Modul 2 – UML Überblick</a:t>
            </a:r>
          </a:p>
          <a:p>
            <a:pPr lvl="0"/>
            <a:r>
              <a:rPr lang="en-US" sz="2000"/>
              <a:t>Strukturdiagramme </a:t>
            </a:r>
          </a:p>
          <a:p>
            <a:pPr lvl="0"/>
            <a:r>
              <a:rPr lang="en-US" sz="2000"/>
              <a:t>Verhaltensdiagramme </a:t>
            </a:r>
          </a:p>
          <a:p>
            <a:pPr lvl="0"/>
            <a:r>
              <a:rPr lang="en-US" sz="2000"/>
              <a:t>Interaktionsdiagramme 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589152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E6A26F-128A-9FE3-9A52-B12FFB0BD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0C0137-9783-B234-3329-4A0ACEDBC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Kursinhalte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02D156-331E-717F-12E1-9E08C5CE73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0" lvl="0" indent="0">
              <a:buNone/>
            </a:pPr>
            <a:r>
              <a:rPr lang="en-US" sz="2000" b="1"/>
              <a:t>Modul 3 – Use Cases</a:t>
            </a:r>
          </a:p>
          <a:p>
            <a:pPr lvl="0"/>
            <a:r>
              <a:rPr lang="en-US" sz="2000"/>
              <a:t>Strukturdiagramme </a:t>
            </a:r>
          </a:p>
          <a:p>
            <a:pPr lvl="0"/>
            <a:r>
              <a:rPr lang="en-US" sz="2000"/>
              <a:t>Verhaltensdiagramme </a:t>
            </a:r>
          </a:p>
          <a:p>
            <a:pPr lvl="0"/>
            <a:r>
              <a:rPr lang="en-US" sz="2000"/>
              <a:t>Interaktionsdiagramme 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843494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F51887-32C1-84DC-3B18-A3A9BAD19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F2868F-1721-E4E5-24BC-2EE8604F8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Kursinhalte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5A5E2-F17E-AA61-872E-62D998117F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 lnSpcReduction="10000"/>
          </a:bodyPr>
          <a:lstStyle/>
          <a:p>
            <a:pPr marL="0" lvl="0" indent="0">
              <a:buNone/>
            </a:pPr>
            <a:r>
              <a:rPr lang="en-US" sz="2000" b="1" dirty="0"/>
              <a:t>Modul 3 – Use Cases</a:t>
            </a:r>
          </a:p>
          <a:p>
            <a:pPr lvl="0"/>
            <a:r>
              <a:rPr lang="en-US" sz="2000" dirty="0" err="1"/>
              <a:t>Strukturdiagramme</a:t>
            </a:r>
            <a:r>
              <a:rPr lang="en-US" sz="2000" dirty="0"/>
              <a:t> </a:t>
            </a:r>
          </a:p>
          <a:p>
            <a:pPr lvl="0"/>
            <a:r>
              <a:rPr lang="en-US" sz="2000" dirty="0" err="1"/>
              <a:t>Verhaltensdiagramme</a:t>
            </a:r>
            <a:r>
              <a:rPr lang="en-US" sz="2000" dirty="0"/>
              <a:t> </a:t>
            </a:r>
          </a:p>
          <a:p>
            <a:pPr lvl="0"/>
            <a:r>
              <a:rPr lang="en-US" sz="2000" dirty="0" err="1"/>
              <a:t>Interaktionsdiagramme</a:t>
            </a:r>
            <a:endParaRPr lang="en-US" sz="2000" dirty="0"/>
          </a:p>
          <a:p>
            <a:pPr marL="0" indent="0">
              <a:buNone/>
            </a:pPr>
            <a:endParaRPr lang="de-DE" sz="2000" b="1" dirty="0"/>
          </a:p>
          <a:p>
            <a:pPr marL="0" indent="0">
              <a:buNone/>
            </a:pPr>
            <a:r>
              <a:rPr lang="de-DE" sz="2000" b="1" dirty="0"/>
              <a:t>Übung Smart Home:</a:t>
            </a:r>
          </a:p>
          <a:p>
            <a:r>
              <a:rPr lang="de-DE" sz="2000" dirty="0"/>
              <a:t>Benutzer steuert Licht </a:t>
            </a:r>
          </a:p>
          <a:p>
            <a:r>
              <a:rPr lang="de-DE" sz="2000" dirty="0"/>
              <a:t>Temperatur setzen </a:t>
            </a:r>
          </a:p>
          <a:p>
            <a:r>
              <a:rPr lang="de-DE" sz="2000" dirty="0"/>
              <a:t>Alarm aktivieren </a:t>
            </a:r>
          </a:p>
          <a:p>
            <a:r>
              <a:rPr lang="de-DE" sz="2000" dirty="0"/>
              <a:t>Benutzer anmelden</a:t>
            </a:r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148342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3FAA99-FF9A-663A-95B4-7609D70F5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13E2580-7BC3-A4E7-FEB4-34B4F20D02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24C6AD-3229-9798-C80F-84D8644103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C3A75D-4357-8F0F-BFEB-1F189B8405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943E3BE-FABB-DC04-AA77-0B90552A5A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DBE2AE4-54E9-8EED-28BB-D51141C0E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0100A2-0CA6-2409-2C9F-F8058491F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Kursinhalte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60C32-AB58-3E3A-F6DB-5AC20AC51B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de-DE" sz="2000" b="1" dirty="0"/>
              <a:t>Modul 4 – Aktivitätsdiagramme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27260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92</Words>
  <Application>Microsoft Office PowerPoint</Application>
  <PresentationFormat>Widescreen</PresentationFormat>
  <Paragraphs>42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UML - Grundkurs</vt:lpstr>
      <vt:lpstr>Euer Trainer</vt:lpstr>
      <vt:lpstr>Quellen</vt:lpstr>
      <vt:lpstr>Kursinhalte</vt:lpstr>
      <vt:lpstr>Kursinhalte</vt:lpstr>
      <vt:lpstr>Kursinhalte</vt:lpstr>
      <vt:lpstr>Kursinhalte</vt:lpstr>
      <vt:lpstr>Kursinhalte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Adam Satzke</dc:creator>
  <cp:lastModifiedBy>Adam Satzke</cp:lastModifiedBy>
  <cp:revision>4</cp:revision>
  <dcterms:created xsi:type="dcterms:W3CDTF">2026-04-20T20:08:55Z</dcterms:created>
  <dcterms:modified xsi:type="dcterms:W3CDTF">2026-04-20T20:46:41Z</dcterms:modified>
</cp:coreProperties>
</file>